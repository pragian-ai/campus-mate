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2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7790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57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51619"/>
                </a:solidFill>
              </a:rPr>
              <a:t>◆ CampusX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828925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66A70"/>
                </a:solidFill>
              </a:rPr>
              <a:t>One Campus. One Platform.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7152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51619"/>
                </a:solidFill>
              </a:rPr>
              <a:t>The Fragmented Campus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800225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666A70"/>
                </a:solidFill>
              </a:rPr>
              <a:t>• Scattered information across WhatsApp groups
• Untracked lost items and infrastructure issues
• Low visibility for college events and hackathons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7152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51619"/>
                </a:solidFill>
              </a:rPr>
              <a:t>Enter CampusX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800225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666A70"/>
                </a:solidFill>
              </a:rPr>
              <a:t>• A single, unified web platform for all student needs
• Real-time updates for events and lost/found items
• Secure, role-based access for students and campus admin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7152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51619"/>
                </a:solidFill>
              </a:rPr>
              <a:t>Built From Scratch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800225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666A70"/>
                </a:solidFill>
              </a:rPr>
              <a:t>• Frontend: HTML, CSS, JavaScript (Zero bloat)
• Backend: Node.js &amp; Express.js
• Database: SQLite (Lightweight &amp; serverless)
• Security: bcrypt &amp; JWT (JSON Web Tokens)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7152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51619"/>
                </a:solidFill>
              </a:rPr>
              <a:t>What's Next?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800225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666A70"/>
                </a:solidFill>
              </a:rPr>
              <a:t>• Smart Wait: Real-time queue tracking for canteen &amp; library
• Campus Assistant: AI chatbot for instant campus answers
• Emergency SOS: One-click geolocation reporting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14575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51619"/>
                </a:solidFill>
              </a:rPr>
              <a:t>Ready for Questions?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</Words>
  <Application>Microsoft Office PowerPoint</Application>
  <PresentationFormat>On-screen Show (16:9)</PresentationFormat>
  <Paragraphs>17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himanshu pratap</cp:lastModifiedBy>
  <cp:revision>2</cp:revision>
  <dcterms:created xsi:type="dcterms:W3CDTF">2026-08-22T13:31:41Z</dcterms:created>
  <dcterms:modified xsi:type="dcterms:W3CDTF">2026-08-22T13:32:40Z</dcterms:modified>
</cp:coreProperties>
</file>